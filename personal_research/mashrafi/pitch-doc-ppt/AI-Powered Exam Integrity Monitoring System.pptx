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Exam Integrity Monitoring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03120"/>
            <a:ext cx="7040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The Challenge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Manual exam monitoring is inherently limited: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Human Fatigue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Invigilators cannot maintain constant vigilance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310896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Limited Coverage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7472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Poor invigilator-to-student ratios in large halls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10896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Covert Cheating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2648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Smartphones hidden in pockets, bags, under desks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 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Solutions &amp; Their Limitations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Technical Solutions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Signal jammers (illegal in many jurisdictions)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RF detectors (unreliable, expensive)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Post-exam video review (labor-intensive)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3840480"/>
            <a:ext cx="22860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Impractical, intrusive, or reactive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554480"/>
            <a:ext cx="73152" cy="3017520"/>
          </a:xfrm>
          <a:prstGeom prst="rect">
            <a:avLst/>
          </a:prstGeom>
          <a:solidFill>
            <a:srgbClr val="4A58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Object Detection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0332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YOLO-based phone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Computer vision approaches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Pure object recognition systems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03320" y="3840480"/>
            <a:ext cx="22860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3"/>
          <p:cNvSpPr/>
          <p:nvPr/>
        </p:nvSpPr>
        <p:spPr>
          <a:xfrm>
            <a:off x="37033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Fails with occlusion and concealment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9224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2240" y="1554480"/>
            <a:ext cx="73152" cy="3017520"/>
          </a:xfrm>
          <a:prstGeom prst="rect">
            <a:avLst/>
          </a:prstGeom>
          <a:solidFill>
            <a:srgbClr val="7B8CD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830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Research Gaps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208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No behavior-centric approach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Limited temporal sequence modeling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Lack of edge-deployed solutions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720840" y="3840480"/>
            <a:ext cx="22860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19"/>
          <p:cNvSpPr/>
          <p:nvPr/>
        </p:nvSpPr>
        <p:spPr>
          <a:xfrm>
            <a:off x="672084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Opportunity for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5486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6276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Phase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847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Weeks 1-4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116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Data Collection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336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Record classroom scenarios • Collect cheating/non-cheating behaviors • Annotate dataset with pose landmarks and object labels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94560"/>
            <a:ext cx="54864" cy="548640"/>
          </a:xfrm>
          <a:prstGeom prst="rect">
            <a:avLst/>
          </a:prstGeom>
          <a:solidFill>
            <a:srgbClr val="4A58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2677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Phase 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51560" y="24871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Weeks 5-10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01168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Model Development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0233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Implement MediaPipe BlazePose • Train YOLOv8n for phone detection • Design FSM for behavior sequences • Integrate temporal logic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834640"/>
            <a:ext cx="54864" cy="548640"/>
          </a:xfrm>
          <a:prstGeom prst="rect">
            <a:avLst/>
          </a:prstGeom>
          <a:solidFill>
            <a:srgbClr val="7B8CD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9077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Phase 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51560" y="31272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Weeks 11-14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01168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Edge Deployment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02336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Optimize for Raspberry Pi 4 • Deploy on Coral USB Accelerator • Build real-time video processing pipeline • Test latency and accuracy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474720"/>
            <a:ext cx="54864" cy="5486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044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35478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Phase 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051560" y="3767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Weeks 15-17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0116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Dashboard &amp; Integration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402336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Develop Streamlit interface • Display anonymized alerts • Generate video clips • Integrate human feedback loop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200" y="4114800"/>
            <a:ext cx="54864" cy="548640"/>
          </a:xfrm>
          <a:prstGeom prst="rect">
            <a:avLst/>
          </a:prstGeom>
          <a:solidFill>
            <a:srgbClr val="4A5899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51560" y="4187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Phase 5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051560" y="4407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Weeks 18-20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201168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Validation &amp; Testing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02336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Controlled mock exam deployment • Collect invigilator feedback • Measure precision, recall, FPR • Document and iterate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Exam Integrity Monitoring</dc:title>
  <dc:subject>PptxGenJS Presentation</dc:subject>
  <dc:creator>Research Team</dc:creator>
  <cp:lastModifiedBy>Research Team</cp:lastModifiedBy>
  <cp:revision>1</cp:revision>
  <dcterms:created xsi:type="dcterms:W3CDTF">2026-02-14T14:14:07Z</dcterms:created>
  <dcterms:modified xsi:type="dcterms:W3CDTF">2026-02-14T14:14:07Z</dcterms:modified>
</cp:coreProperties>
</file>